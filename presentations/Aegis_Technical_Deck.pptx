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1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2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3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4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5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6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(gate 0.5)</c:v>
                </c:pt>
              </c:strCache>
            </c:strRef>
          </c:tx>
          <c:spPr>
            <a:solidFill>
              <a:srgbClr val="E0655C">
                <a:alpha val="10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Over-refusal (FRR)</c:v>
                  </c:pt>
                  <c:pt idx="1">
                    <c:v>ROC-AUC</c:v>
                  </c:pt>
                  <c:pt idx="2">
                    <c:v>F1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0.647</c:v>
                </c:pt>
                <c:pt idx="1">
                  <c:v>0.828</c:v>
                </c:pt>
                <c:pt idx="2">
                  <c:v>0.484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(gate 0.85)</c:v>
                </c:pt>
              </c:strCache>
            </c:strRef>
          </c:tx>
          <c:spPr>
            <a:solidFill>
              <a:srgbClr val="0E9C92">
                <a:alpha val="10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Over-refusal (FRR)</c:v>
                  </c:pt>
                  <c:pt idx="1">
                    <c:v>ROC-AUC</c:v>
                  </c:pt>
                  <c:pt idx="2">
                    <c:v>F1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0.169</c:v>
                </c:pt>
                <c:pt idx="1">
                  <c:v>0.875</c:v>
                </c:pt>
                <c:pt idx="2">
                  <c:v>0.662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223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6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223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B1F3A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Keyword</c:v>
                  </c:pt>
                  <c:pt idx="1">
                    <c:v>Word TF-IDF</c:v>
                  </c:pt>
                  <c:pt idx="2">
                    <c:v>RJD-v1</c:v>
                  </c:pt>
                  <c:pt idx="3">
                    <c:v>RJD-v2</c:v>
                  </c:pt>
                  <c:pt idx="4">
                    <c:v>Aegis-Fast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0.68</c:v>
                </c:pt>
                <c:pt idx="1">
                  <c:v>0.934</c:v>
                </c:pt>
                <c:pt idx="2">
                  <c:v>0.932</c:v>
                </c:pt>
                <c:pt idx="3">
                  <c:v>0.925</c:v>
                </c:pt>
                <c:pt idx="4">
                  <c:v>0.875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E8FD0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Keyword</c:v>
                  </c:pt>
                  <c:pt idx="1">
                    <c:v>Word TF-IDF</c:v>
                  </c:pt>
                  <c:pt idx="2">
                    <c:v>RJD-v1</c:v>
                  </c:pt>
                  <c:pt idx="3">
                    <c:v>RJD-v2</c:v>
                  </c:pt>
                  <c:pt idx="4">
                    <c:v>Aegis-Fast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0.506</c:v>
                </c:pt>
                <c:pt idx="1">
                  <c:v>0.783</c:v>
                </c:pt>
                <c:pt idx="2">
                  <c:v>0.765</c:v>
                </c:pt>
                <c:pt idx="3">
                  <c:v>0.766</c:v>
                </c:pt>
                <c:pt idx="4">
                  <c:v>0.662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1223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223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RJD-v2</c:v>
                </c:pt>
              </c:strCache>
            </c:strRef>
          </c:tx>
          <c:spPr>
            <a:solidFill>
              <a:srgbClr val="9AA7B8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JailbreakBench</c:v>
                  </c:pt>
                  <c:pt idx="1">
                    <c:v>AdvBench</c:v>
                  </c:pt>
                  <c:pt idx="2">
                    <c:v>HarmBench</c:v>
                  </c:pt>
                  <c:pt idx="3">
                    <c:v>WildGuardMix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0.441</c:v>
                </c:pt>
                <c:pt idx="1">
                  <c:v>0.645</c:v>
                </c:pt>
                <c:pt idx="2">
                  <c:v>0.708</c:v>
                </c:pt>
                <c:pt idx="3">
                  <c:v>0.54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Aegis-Fast</c:v>
                </c:pt>
              </c:strCache>
            </c:strRef>
          </c:tx>
          <c:spPr>
            <a:solidFill>
              <a:srgbClr val="2E8FD0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JailbreakBench</c:v>
                  </c:pt>
                  <c:pt idx="1">
                    <c:v>AdvBench</c:v>
                  </c:pt>
                  <c:pt idx="2">
                    <c:v>HarmBench</c:v>
                  </c:pt>
                  <c:pt idx="3">
                    <c:v>WildGuardMix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0.441</c:v>
                </c:pt>
                <c:pt idx="1">
                  <c:v>0.565</c:v>
                </c:pt>
                <c:pt idx="2">
                  <c:v>0.643</c:v>
                </c:pt>
                <c:pt idx="3">
                  <c:v>0.569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Guard L2</c:v>
                </c:pt>
              </c:strCache>
            </c:strRef>
          </c:tx>
          <c:spPr>
            <a:solidFill>
              <a:srgbClr val="0E9C92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JailbreakBench</c:v>
                  </c:pt>
                  <c:pt idx="1">
                    <c:v>AdvBench</c:v>
                  </c:pt>
                  <c:pt idx="2">
                    <c:v>HarmBench</c:v>
                  </c:pt>
                  <c:pt idx="3">
                    <c:v>WildGuardMix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0.469</c:v>
                </c:pt>
                <c:pt idx="1">
                  <c:v>0.72</c:v>
                </c:pt>
                <c:pt idx="2">
                  <c:v>0.741</c:v>
                </c:pt>
                <c:pt idx="3">
                  <c:v>0.627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1223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223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Keyword</c:v>
                </c:pt>
              </c:strCache>
            </c:strRef>
          </c:tx>
          <c:spPr>
            <a:solidFill>
              <a:srgbClr val="9AA7B8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Base64</c:v>
                  </c:pt>
                  <c:pt idx="1">
                    <c:v>ROT13</c:v>
                  </c:pt>
                  <c:pt idx="2">
                    <c:v>Leetspeak</c:v>
                  </c:pt>
                  <c:pt idx="3">
                    <c:v>Homoglyph</c:v>
                  </c:pt>
                  <c:pt idx="4">
                    <c:v>Zero-width</c:v>
                  </c:pt>
                  <c:pt idx="5">
                    <c:v>Emoji</c:v>
                  </c:pt>
                  <c:pt idx="6">
                    <c:v>ASCII-art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0.37</c:v>
                </c:pt>
                <c:pt idx="3">
                  <c:v>0.34</c:v>
                </c:pt>
                <c:pt idx="4">
                  <c:v>0.19</c:v>
                </c:pt>
                <c:pt idx="5">
                  <c:v>0.21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Word TF-IDF</c:v>
                </c:pt>
              </c:strCache>
            </c:strRef>
          </c:tx>
          <c:spPr>
            <a:solidFill>
              <a:srgbClr val="D69B36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Base64</c:v>
                  </c:pt>
                  <c:pt idx="1">
                    <c:v>ROT13</c:v>
                  </c:pt>
                  <c:pt idx="2">
                    <c:v>Leetspeak</c:v>
                  </c:pt>
                  <c:pt idx="3">
                    <c:v>Homoglyph</c:v>
                  </c:pt>
                  <c:pt idx="4">
                    <c:v>Zero-width</c:v>
                  </c:pt>
                  <c:pt idx="5">
                    <c:v>Emoji</c:v>
                  </c:pt>
                  <c:pt idx="6">
                    <c:v>ASCII-art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0.73</c:v>
                </c:pt>
                <c:pt idx="3">
                  <c:v>0.72</c:v>
                </c:pt>
                <c:pt idx="4">
                  <c:v>0.67</c:v>
                </c:pt>
                <c:pt idx="5">
                  <c:v>0.7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RJD-v2</c:v>
                </c:pt>
              </c:strCache>
            </c:strRef>
          </c:tx>
          <c:spPr>
            <a:solidFill>
              <a:srgbClr val="0E9C92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Base64</c:v>
                  </c:pt>
                  <c:pt idx="1">
                    <c:v>ROT13</c:v>
                  </c:pt>
                  <c:pt idx="2">
                    <c:v>Leetspeak</c:v>
                  </c:pt>
                  <c:pt idx="3">
                    <c:v>Homoglyph</c:v>
                  </c:pt>
                  <c:pt idx="4">
                    <c:v>Zero-width</c:v>
                  </c:pt>
                  <c:pt idx="5">
                    <c:v>Emoji</c:v>
                  </c:pt>
                  <c:pt idx="6">
                    <c:v>ASCII-art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0.96</c:v>
                </c:pt>
                <c:pt idx="3">
                  <c:v>0.85</c:v>
                </c:pt>
                <c:pt idx="4">
                  <c:v>0.69</c:v>
                </c:pt>
                <c:pt idx="5">
                  <c:v>0.76</c:v>
                </c:pt>
                <c:pt idx="6">
                  <c:v>0.53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700" u="none">
                  <a:solidFill>
                    <a:srgbClr val="1223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-6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223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RJD-v2  (~9 ms, CPU)</c:v>
                </c:pt>
              </c:strCache>
            </c:strRef>
          </c:tx>
          <c:spPr>
            <a:solidFill>
              <a:srgbClr val="0E9C92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In-house</c:v>
                  </c:pt>
                  <c:pt idx="1">
                    <c:v>JailbreakBench</c:v>
                  </c:pt>
                  <c:pt idx="2">
                    <c:v>HarmBench</c:v>
                  </c:pt>
                  <c:pt idx="3">
                    <c:v>WildGuardMix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0.925</c:v>
                </c:pt>
                <c:pt idx="1">
                  <c:v>0.441</c:v>
                </c:pt>
                <c:pt idx="2">
                  <c:v>0.708</c:v>
                </c:pt>
                <c:pt idx="3">
                  <c:v>0.54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DeBERTa  (~63 ms)</c:v>
                </c:pt>
              </c:strCache>
            </c:strRef>
          </c:tx>
          <c:spPr>
            <a:solidFill>
              <a:srgbClr val="9AA7B8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In-house</c:v>
                  </c:pt>
                  <c:pt idx="1">
                    <c:v>JailbreakBench</c:v>
                  </c:pt>
                  <c:pt idx="2">
                    <c:v>HarmBench</c:v>
                  </c:pt>
                  <c:pt idx="3">
                    <c:v>WildGuardMix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0.896</c:v>
                </c:pt>
                <c:pt idx="1">
                  <c:v>0.6</c:v>
                </c:pt>
                <c:pt idx="2">
                  <c:v>0.309</c:v>
                </c:pt>
                <c:pt idx="3">
                  <c:v>0.55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223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1223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E8FD0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FD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F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F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8FD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8FD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0655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Base64</c:v>
                  </c:pt>
                  <c:pt idx="1">
                    <c:v>Roleplay</c:v>
                  </c:pt>
                  <c:pt idx="2">
                    <c:v>Zero-width</c:v>
                  </c:pt>
                  <c:pt idx="3">
                    <c:v>Prefix-inject</c:v>
                  </c:pt>
                  <c:pt idx="4">
                    <c:v>Suffix-inject</c:v>
                  </c:pt>
                  <c:pt idx="5">
                    <c:v>Char-spacing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223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walkthrough of the architecture, each layer's algorithm, and packaging. Assumes Python/ML familiarity.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independent Python subpackages; request flows top to bottom, response moderated on the way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CaMeL / Dual-LLM pattern: separate the model that reads risky data from the model that 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Over-refusal (FRR) lower-is-better; ROC-AUC and F1 higher-is-better. Same root cause repaired the OOD collapse (advbench 0.188 to 0.565, harmbench 0.162 to 0.643).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Aegis-Fast (max-combiner) trades a little in-distribution accuracy for the gate that keeps FRR usable and passes subtle paraphrases to L2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 L2 (QLoRA Qwen2.5-1.5B) keeps FRR 0.03 to 0.06 across these benchmarks. It transfers to sets it never trained on - the reason the cascade escalates the uncertain band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RJD family normalizes (Base64/ROT13 decode, homoglyph fold, de-leet) before scoring, so encoded attacks that zero-out the classical filters are caught. ASCII-art is held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DeBERTa is trained for injection, not harmful-instruction jailbreaks, so HarmBench is out of its domain - a fair, favorable, reproducible comparison. RJD-v2 loses only on JailbreakBench.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Red-team ASR against the fast layer; mean 0.33 across mutators. The drift monitor separately flags an attack-surge window at PSI 11.78 with alerts DRIFT_ALERT and HIGH_BLOCK_RATE.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9144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1F3A5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126480" y="178308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B7E7D">
              <a:alpha val="5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126480" y="265176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E9C92">
              <a:alpha val="4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126480" y="352044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2E8FD0">
              <a:alpha val="41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· V0.6.0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- Engineering the L0-L5 Defense Stack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map, per-layer algorithms, the selective cascade, and how it ships: library · CLI · FastAPI · tests.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github.com/g25ait2149/aegis   ·   pip install aegis-guard   ·   MIT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Walkthrough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4780" cy="134874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361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3619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7864" y="15179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975104"/>
            <a:ext cx="35890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module map, the cascade &amp; data 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86300" y="1371600"/>
            <a:ext cx="3954780" cy="134874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9180" y="15361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536192"/>
            <a:ext cx="384048" cy="384048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13" name="Text 11"/>
          <p:cNvSpPr/>
          <p:nvPr/>
        </p:nvSpPr>
        <p:spPr>
          <a:xfrm>
            <a:off x="486918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81244" y="15179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L0-L5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69180" y="1975104"/>
            <a:ext cx="35890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and code for each layer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948940"/>
            <a:ext cx="3954780" cy="134874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1135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113532"/>
            <a:ext cx="384048" cy="384048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135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97864" y="309524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3552444"/>
            <a:ext cx="35890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corpus, metrics, multilingual, results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86300" y="2948940"/>
            <a:ext cx="3954780" cy="134874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9180" y="31135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69180" y="311353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25" name="Text 23"/>
          <p:cNvSpPr/>
          <p:nvPr/>
        </p:nvSpPr>
        <p:spPr>
          <a:xfrm>
            <a:off x="4869180" y="31135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81244" y="309524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69180" y="3552444"/>
            <a:ext cx="35890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library, CLI, FastAPI, Docker, tests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at a glance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1280160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&amp; provenance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de-obfuscate + mark untrusted text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69948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" y="1869948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869948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layer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 + semantic + signature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459736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0B7E7D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" y="2459736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459736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ensemble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LLM, used on hard cases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049524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0E9C92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" y="3049524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049524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defense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tools, gate actions, dual-LLM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639312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2E8FD0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" y="3639312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639312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moderation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secrets, leak, response safety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229100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D69B36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" y="4229100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229100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ops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+ drift monitoring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&amp; module map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29260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modules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aegis/normalize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normalize.py, language.py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 de-obfuscation, spotlight, lang detect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aegis/prefilter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fast_layer, rjd, semantic, signatures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fast detector (3 signals)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aegis/guard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train_guard, guard_model, push_guard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QLoRA guard + ensemble + HF publish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aegis/agent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injection_scanner, tool_policy, dual_llm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agent / injection defense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aegis/output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pii, secrets, leak, response_guard, moderator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egress moderation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aegis/ops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redteam, monitor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 red-team + drift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aegis/pipeline.py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Aegis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orchestrator: scan() + guard_turn()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eval/ · service/ · tests/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datasets, app, test_aegis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 · FastAPI · pytest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 (what we score against)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56032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72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jailbreaks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219456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persona/role-play, developer-mode, instruction-override.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56032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472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74720" y="1801368"/>
            <a:ext cx="219456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Base64, leetspeak, homoglyphs, zero-width/bidi, spacing.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325880"/>
            <a:ext cx="256032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472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/ agent injection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63640" y="1801368"/>
            <a:ext cx="219456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instructions in retrieved docs &amp; tool output.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040380"/>
            <a:ext cx="256032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1866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3515868"/>
            <a:ext cx="219456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intent in other languages/scripts.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040380"/>
            <a:ext cx="256032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31866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failures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74720" y="3515868"/>
            <a:ext cx="219456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secret, system-prompt leak, harmful compliance.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040380"/>
            <a:ext cx="256032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31866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adversary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63640" y="3515868"/>
            <a:ext cx="219456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to know the filter - no single layer trusted alone.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AEGIS/PIPELINE.PY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Orchestration: scan() &amp; guard_turn()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CASCADE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04088" y="1746504"/>
            <a:ext cx="7735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= detector.proba([payload])[0]                 # L1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guard and allow_below &lt;= fast &lt; block_at:        # uncertain band only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= max(fast, guard.proba([payload])[0])    # L2 escalation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= 'block' if score&gt;=block_at else 'allow' if score&lt;allow_below else 'escalate'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971800"/>
            <a:ext cx="8138160" cy="1325880"/>
          </a:xfrm>
          <a:prstGeom prst="roundRect">
            <a:avLst>
              <a:gd name="adj" fmla="val 4138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306324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ENVELOPE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3300984"/>
            <a:ext cx="7735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guard_turn(prompt, response):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 = scan(prompt)                              # L0 -&gt; L1 (-&gt; L2)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output_moderator.moderate(response)       # L4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'block' if inp.block or out.block else out.decision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0-1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 &amp; fast layer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obfuscation first, then catch attacks three cheap ways.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AEGIS/NORMALIZE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L0 - de-obfuscation normalizer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691640"/>
          </a:xfrm>
          <a:prstGeom prst="roundRect">
            <a:avLst>
              <a:gd name="adj" fmla="val 3243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normalize(text, full=True)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04088" y="1746504"/>
            <a:ext cx="77358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unicodedata.normalize("NFKC", text)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strip(ZERO_WIDTH | BIDI | TAG | VARIATION_SELECTORS)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fold_homoglyphs(text)        # Cyrillic 'a' -&gt; Latin 'a'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decode_base64_segments(text) # reveal encoded payloads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deleet(despace(text))        # 1-&gt;i, 0-&gt;o, s p a c e 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333756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34472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9224" y="3630168"/>
            <a:ext cx="7845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first?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later layer scores canonical text, so the same attack in Base64, homoglyphs, or zero-width characters becomes one known string instead of infinitely many disguises.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AEGIS/PREFILTER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L1 - three complementary signals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853440"/>
          </a:xfrm>
          <a:prstGeom prst="roundRect">
            <a:avLst>
              <a:gd name="adj" fmla="val 9643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361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3619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7864" y="1517904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RJD-v2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975104"/>
            <a:ext cx="77724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+ char_wb TF-IDF + 13 engineered features, calibrated probability. Strong on obfuscation patterns.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453640"/>
            <a:ext cx="8138160" cy="853440"/>
          </a:xfrm>
          <a:prstGeom prst="roundRect">
            <a:avLst>
              <a:gd name="adj" fmla="val 9643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6182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618232"/>
            <a:ext cx="384048" cy="384048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18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97864" y="2599944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3057144"/>
            <a:ext cx="77724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cosine similarity to a known-attack bank (sentence-transformers; TF-IDF char fallback). Catches paraphrase.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535680"/>
            <a:ext cx="8138160" cy="853440"/>
          </a:xfrm>
          <a:prstGeom prst="roundRect">
            <a:avLst>
              <a:gd name="adj" fmla="val 9643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7002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700272"/>
            <a:ext cx="384048" cy="384048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700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97864" y="3681984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4139184"/>
            <a:ext cx="77724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exact-match + high-precision regex templates. Zero-FP, instant, but only known attacks.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FAST_LAYER.PY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L1 - recall-preserving combiner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04088" y="1746504"/>
            <a:ext cx="7735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sem_c = clip((sem - gate)/(1 - gate), 0, 1)     # gate the semantic signal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np.maximum.reduce([rjd, sem_c, sig])    # score &gt;= rjd, always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8072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9224" y="2990088"/>
            <a:ext cx="7845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Recall-preserving max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combiner is a max, FastLayer can only ADD recall over the RJD detector, never regress it - an earlier meta-learner combiner did regress, so it was replaced.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7490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 gate keeps false-positive rate near RJD's.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explain() returns the per-signal breakdown (rjd / semantic / signature) for auditability.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EVAL/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&amp; evaluation harness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547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047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7864" y="14721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(datasets.py)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929384"/>
            <a:ext cx="35890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in-the-wild jailbreaks, JailbreakBench, AdvBench, HarmBench, WildGuardMix + benign; gated sets need an HF token; synthetic fallback offline.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86300" y="1325880"/>
            <a:ext cx="39547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9180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490472"/>
            <a:ext cx="384048" cy="384048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13" name="Text 11"/>
          <p:cNvSpPr/>
          <p:nvPr/>
        </p:nvSpPr>
        <p:spPr>
          <a:xfrm>
            <a:off x="486918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81244" y="14721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(metrics.py)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69180" y="1929384"/>
            <a:ext cx="35890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recall@1%FPR, FPR@95%TPR, over-refusal (FRR), ASR, F1, latency; benchmark sets test-only.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20040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29184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security-grade metrics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3529584"/>
            <a:ext cx="7735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recall_at_fpr(y, scores, fpr=0.01)   # the operating point that matters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fpr_at_tpr(y, scores, tpr=0.95)      # false-alarm cost of 95% catch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guard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LLM judge, trained with QLoRA, invoked only on hard cases.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AEGIS/GUARD/TRAIN_GUARD.PY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L2 - QLoRA guard training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82880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Qwen2.5-1.5B -&gt; binary safety classifier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04088" y="1746504"/>
            <a:ext cx="77358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BitsAndBytesConfig(load_in_4bit=True, bnb_4bit_quant_type='nf4',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bnb_4bit_compute_dtype=float16)         # 4-bit base -&gt; fits T4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LoraConfig(task_type=SEQ_CLS, r=16, lora_alpha=32, lora_dropout=0.05,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target_modules='all-linear', modules_to_save=['score'])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version-adaptive Trainer: processing_class vs tokenizer; eval_strategy vs evaluation_strategy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42900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35387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9224" y="3721608"/>
            <a:ext cx="7845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4-bit-quantized base by training only small LoRA adapters (r=16): a ~1.5B model adapts on one free T4 in minutes, and the adapter is a few MB.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GUARD_MODEL.PY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L2 - ensemble + selective cascade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36192"/>
            <a:ext cx="457200" cy="457200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1288" y="13898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GuardEnsemble(members, mode='max'/'mean')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1288" y="164592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TunedGuard loads the LoRA adapter to get P(unsafe); ensemble stabilizes across members.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3591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359152"/>
            <a:ext cx="457200" cy="457200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22128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cascade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61288" y="246888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runs only when allow_below &lt;= fast &lt; block_at - the uncertain band - so the costly model is rarely called.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1821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182112"/>
            <a:ext cx="457200" cy="457200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" y="30358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push_guard() to Hugging Face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" y="329184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adapter + model card to g25ait2149/aegis-rjd3-guard, made public.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02336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41330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" y="4315968"/>
            <a:ext cx="7845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cascade?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from the cheap layer on all traffic; depth from the expensive guard only where the score is uncertain - best of both at low average latency.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&amp; injection defense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content must never command the agent.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AEGIS/AGENT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L3 - scan, sanitize, gate, quarantine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5478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047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7864" y="14721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InjectionScanner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929384"/>
            <a:ext cx="35890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rules for override / directive / exfil / secret / tool-cue; scan() flags, sanitize() strips.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86300" y="1325880"/>
            <a:ext cx="395478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9180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490472"/>
            <a:ext cx="384048" cy="384048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13" name="Text 11"/>
          <p:cNvSpPr/>
          <p:nvPr/>
        </p:nvSpPr>
        <p:spPr>
          <a:xfrm>
            <a:off x="486918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81244" y="14721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ToolPolicy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69180" y="1929384"/>
            <a:ext cx="35890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tracking: once a turn reads untrusted text, dangerous tools need allow / confirm / block.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040380"/>
            <a:ext cx="395478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2049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204972"/>
            <a:ext cx="384048" cy="384048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204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97864" y="31866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DualLLM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3643884"/>
            <a:ext cx="35890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quarantined model reads untrusted text; privileged planner sees only sanitized summaries.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86300" y="3040380"/>
            <a:ext cx="395478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9180" y="32049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69180" y="320497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25" name="Text 23"/>
          <p:cNvSpPr/>
          <p:nvPr/>
        </p:nvSpPr>
        <p:spPr>
          <a:xfrm>
            <a:off x="4869180" y="3204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81244" y="31866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69180" y="3643884"/>
            <a:ext cx="35890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eval/agent_eval.py: detection, action-block, benign pass-rate; AgentDojo hook.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moderation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egress gate - the last line of defense.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AEGIS/OUTPUT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L4 - what the egress gate checks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5478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047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7864" y="14721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PIIScanner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929384"/>
            <a:ext cx="35890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phones, SSN, Luhn-checked cards, IPs are redacted. Optional Presidio backend.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6300" y="1325880"/>
            <a:ext cx="395478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9180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49047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13" name="Text 11"/>
          <p:cNvSpPr/>
          <p:nvPr/>
        </p:nvSpPr>
        <p:spPr>
          <a:xfrm>
            <a:off x="486918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81244" y="14721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SecretScanner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69180" y="1929384"/>
            <a:ext cx="35890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AWS/GitHub/OpenAI/Slack keys, private keys, JWTs, plus Shannon-entropy, are blocked.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331720"/>
            <a:ext cx="395478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49631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2496312"/>
            <a:ext cx="384048" cy="384048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97864" y="247802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LeakDetector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2935224"/>
            <a:ext cx="35890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canary match or n-gram overlap with the system prompt is blocked.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86300" y="2331720"/>
            <a:ext cx="395478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9180" y="249631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69180" y="2496312"/>
            <a:ext cx="384048" cy="384048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25" name="Text 23"/>
          <p:cNvSpPr/>
          <p:nvPr/>
        </p:nvSpPr>
        <p:spPr>
          <a:xfrm>
            <a:off x="486918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81244" y="247802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ResponseModerator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69180" y="2935224"/>
            <a:ext cx="35890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vs harmful-compliance - Llama-Guard-style response classification.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329184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" y="338328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OutputModerator policy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4088" y="3621024"/>
            <a:ext cx="7735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secrets or leak.leaked or response.unsafe:  decision = 'block'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pii:                                      text, decision = redact(text), 'redact'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                                         decision = 'allow'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ops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attacking yourself; watch for drift.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AEGIS/OPS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L5 - red-team battery + drift monitor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783080"/>
          </a:xfrm>
          <a:prstGeom prst="roundRect">
            <a:avLst>
              <a:gd name="adj" fmla="val 307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RedTeam.run() - garak/PyRIT-style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04088" y="1746504"/>
            <a:ext cx="7735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MUTATORS = {identity, leetspeak, homoglyph, zero_width, base64,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roleplay_wrap, prefix_inject, suffix_inject, char_spacing}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mut in MUTATORS.items():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detector.proba([mut(a) for a in seeds])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asr[name] = (s &lt; threshold).mean()         # attack-success-rate per mutator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42900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35387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9224" y="3721608"/>
            <a:ext cx="7845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drift monitor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holds a reference score distribution; Population Stability Index rises when live traffic diverges, tripping a warn/alert plus a block-rate alarm.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+ L1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Cross-cutting: multilingual defense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90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59052"/>
            <a:ext cx="457200" cy="457200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59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1288" y="13898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script detection (language.py)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1288" y="1645920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langdetect + script heuristic flags non-English / mixed-script input at L0.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4277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427732"/>
            <a:ext cx="457200" cy="457200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4277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22585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embeddings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61288" y="2514600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FastLayer(multilingual=True) loads paraphrase-multilingual-MiniLM so a translated jailbreak lands near its English twin.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964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296412"/>
            <a:ext cx="457200" cy="457200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2964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" y="31272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slice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" y="3383280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eval/multilingual_eval.py measures per-language recall/FPR across EN/ES/FR/HI/ZH (macro-recall).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· CLI · service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modules to an installable, deployable product.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call Aegis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82880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· CLI · service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04088" y="1746504"/>
            <a:ext cx="77358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aegis import Aegis, OutputModerator        # library (lazy exports)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 = Aegis().fit(X, y); guard.scan(prompt); guard.guard_turn(p, r)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aegis scan 'Ignore all instructions...'       # CLI (console_scripts)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/scan  /moderate  /guard_turn              # FastAPI (uvicorn service.app:app)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3429000"/>
            <a:ext cx="39547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3575304"/>
            <a:ext cx="3589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 extras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904488"/>
            <a:ext cx="3589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[data] [guard] [serve] [dev] - install only what you need.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86300" y="3429000"/>
            <a:ext cx="39547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9180" y="3575304"/>
            <a:ext cx="3589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69180" y="3904488"/>
            <a:ext cx="3589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service/Dockerfile runs uvicorn on :8000, /docs OpenAPI UI.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TESTS/TEST_AEGIS.PY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matrix (pytest)</a:t>
            </a:r>
            <a:endParaRPr lang="en-US" sz="27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42062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normalize_base64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Base64 payload decoded to plain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fastlayer_orders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scored above benign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pii_redaction / secret_block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redacted; AWS key blocked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canary_leak / refusal_allowed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canary blocks; refusal allows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redteam_runs / monitor_drift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ASR computed; PSI fires on drift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guard_turn_blocks_leak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+ leaking reply is blocked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service_endpoints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/health /scan /moderate via TestClient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 passing across L0-L5 + service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REPRODUCIBILITY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constraints &amp; choices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996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99616"/>
            <a:ext cx="457200" cy="457200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1288" y="13898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T4 budget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1288" y="164592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base + LoRA keeps L2 trainable on one Kaggle T4; everything else is CPU.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2494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49424"/>
            <a:ext cx="457200" cy="457200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213969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cascade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61288" y="2395728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expensive guard runs on a small uncertain band, not every request.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9992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999232"/>
            <a:ext cx="457200" cy="457200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" y="28895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" y="3145536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when no embeddings; synthetic corpus when datasets are blocked - it always runs.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749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749040"/>
            <a:ext cx="457200" cy="457200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61288" y="36393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GitHub-driven notebooks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61288" y="3895344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clones the repo; refresh = git push, re-run.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results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86309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54480"/>
            <a:ext cx="16802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0.169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12648" y="2286000"/>
            <a:ext cx="1643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Aegis-Fast over-refusal (FRR), cut from 0.647 by the semantic-gate fix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94610" y="1371600"/>
            <a:ext cx="186309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86050" y="1554480"/>
            <a:ext cx="16802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E8F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0.925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2704338" y="2286000"/>
            <a:ext cx="1643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RJD-v2 in-distribution ROC-AUC (F1 0.766) - strongest single L1 detector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86300" y="1371600"/>
            <a:ext cx="186309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7740" y="1554480"/>
            <a:ext cx="16802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69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4796028" y="2286000"/>
            <a:ext cx="1643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Output-moderation precision, recall and F1 on the leak/harm probe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77990" y="1371600"/>
            <a:ext cx="186309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69430" y="1554480"/>
            <a:ext cx="16802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6887718" y="2286000"/>
            <a:ext cx="1643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suite passing across layers L0-L5 + service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8138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RJD-v2 is the strongest single L1 in-distribution: ROC-AUC 0.925, F1 0.766, FRR 0.037; Base64/ROT13 recall 1.00 vs 0.00 for keyword/TF-IDF.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sem_gate 0.5 to 0.85 cut Aegis-Fast FRR 0.647 to 0.169 and lifted ROC 0.828 to 0.875, F1 0.484 to 0.662 (and repaired the OOD collapse).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QLoRA guard (L2) is the OOD workhorse: ROC-AUC 0.72 to 0.92 with FRR 0.03 to 0.06 across AdvBench/HarmBench/WildGuardMix.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moderation P/R/F1 = 1.00 on the leak/harm probe; red-team mean ASR 0.33 (char-spacing 1.00, open); drift PSI 11.78 fires; 10/10 pytest.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THE SEM_GATE FIX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fix, three symptoms cured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2706624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490472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Aegis-Fast: before (sem_gate 0.5) vs after (sem_gate 0.85)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" y="1828800"/>
          <a:ext cx="78455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51960"/>
            <a:ext cx="64008" cy="420624"/>
          </a:xfrm>
          <a:prstGeom prst="rect">
            <a:avLst/>
          </a:prstGeom>
          <a:solidFill>
            <a:srgbClr val="0E9C92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cut over-refusal from 0.647 to 0.169; ROC rose to 0.875 and F1 to 0.662 - one root cause, one fix.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IN-DISTRIBUTION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detector comparison (in-distribution)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2706624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490472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in_house test set (n=1605) - ROC-AUC and F1, higher is better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" y="1828800"/>
          <a:ext cx="78455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51960"/>
            <a:ext cx="64008" cy="420624"/>
          </a:xfrm>
          <a:prstGeom prst="rect">
            <a:avLst/>
          </a:prstGeom>
          <a:solidFill>
            <a:srgbClr val="0E9C92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RJD-v2 leads in-distribution (ROC 0.925, F1 0.766); the keyword baseline barely beats chance (0.680).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OUT-OF-DISTRIBUTION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Cross-benchmark generalization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2706624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490472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on unseen benchmarks - higher is better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" y="1828800"/>
          <a:ext cx="78455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51960"/>
            <a:ext cx="64008" cy="420624"/>
          </a:xfrm>
          <a:prstGeom prst="rect">
            <a:avLst/>
          </a:prstGeom>
          <a:solidFill>
            <a:srgbClr val="0E9C92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fine-tuned L2 guard leads on AdvBench (0.72) and HarmBench (0.74), where the cheap detectors fade - the case for the cascade.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ROBUSTNESS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under obfuscation attack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2706624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490472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under attack (higher is better): classical baselines vs RJD-v2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" y="1828800"/>
          <a:ext cx="78455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51960"/>
            <a:ext cx="64008" cy="420624"/>
          </a:xfrm>
          <a:prstGeom prst="rect">
            <a:avLst/>
          </a:prstGeom>
          <a:solidFill>
            <a:srgbClr val="0E9C92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and TF-IDF score 0.00 on Base64 and ROT13; RJD-v2 de-obfuscates at L0 first and recalls 1.00.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VS A PUBLIC GUARD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RJD-v2 vs a public neural guard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2706624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490472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vs protectai/deberta-v3 prompt-injection guard - higher is better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" y="1828800"/>
          <a:ext cx="78455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51960"/>
            <a:ext cx="64008" cy="420624"/>
          </a:xfrm>
          <a:prstGeom prst="rect">
            <a:avLst/>
          </a:prstGeom>
          <a:solidFill>
            <a:srgbClr val="0E9C92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RJD-v2 matches or beats DeBERTa on 3 of 4 sets at about 8x lower latency (~9 ms vs ~63 ms), CPU-only.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RED-TEAM (L5)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Red-team: attack-success-rate per mutator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2706624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490472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Attack-success-rate per mutator - lower is better (mean ASR 0.33)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" y="1828800"/>
          <a:ext cx="78455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51960"/>
            <a:ext cx="64008" cy="420624"/>
          </a:xfrm>
          <a:prstGeom prst="rect">
            <a:avLst/>
          </a:prstGeom>
          <a:solidFill>
            <a:srgbClr val="E0655C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GAP  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and roleplay channels are fully closed (0.00); character-spacing (1.00) is the one open gap and the next hardening target.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prior models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 lineage · single guard model · single vs layered · per-phase.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vs the RJD lineage</a:t>
            </a:r>
            <a:endParaRPr lang="en-US" sz="27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RJD-v1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RJD-v2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Aegis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keyword/TF-IDF classifier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Hardened classifier (calibration, features)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Six-layer system (L0-L5)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Obfuscation (Base64, homoglyph)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 handled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away at L0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/ reworded attacks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+ guard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/ tool injection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L3 defense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Output-side leaks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egress 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red-team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 automated + drift monitor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+ deck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+ CLI + service + 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vs a single guard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E065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guard model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7512" y="1938528"/>
            <a:ext cx="360273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makes one yes/no call - once an attacker learns it, they evade it.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Heavyweight: a billions-parameter model on every request.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English; obfuscated input can dodge it.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the prompt - no agent-tool or output-leak protection.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whole defense, so its blind spots are the system's blind spots.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7160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0E9C9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(guard = L2 of 6)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73752" y="1938528"/>
            <a:ext cx="360273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model is just ONE layer (L2), behind normalization and a fast filter.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Cheap-first cascade: the costly guard runs only on uncertain cases.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normalization + multilingual embeddings close the obfuscation/language gaps.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agent defense (L3) and output moderation (L4) the guard can't do.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layers + continuous red-team (L5): one blind spot doesn't break the system.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filter vs layered defense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E065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filter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7512" y="1938528"/>
            <a:ext cx="360273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sees one wall and probes it until one phrasing scores 'safe'.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attacker moves second' - any fixed filter is eventually bypassed.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false-negative = full compromise.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notice when it starts failing.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7160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0E9C9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(Aegis)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73752" y="1938528"/>
            <a:ext cx="360273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must beat L0 AND L1 AND L2 AND L3 AND L4 - at the same time.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targets a different weakness, so bypasses don't stack.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layers handle volume; the expensive layer is saved for hard cases.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keeps attacking and monitoring, so failures surface fast.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4 - PER-PHASE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phase added</a:t>
            </a:r>
            <a:endParaRPr lang="en-US" sz="27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32918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· 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jailbreak detector (RJD) with no plan beyond it.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blueprint for six independent layers and a phased build.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· Data + 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Judged by plain accuracy on a small, possibly-contaminated set.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Judged by recall at a fixed low false-alarm rate - the metric that matters at scale.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· Fast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RJD alone was fooled by Base64/homoglyph tricks and by reworded attacks.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Obfuscation is normalized away; the max-combiner keeps FastLayer at or above RJD's score.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· Guard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 cheap statistical detector - weak on subtle, novel attacks.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model scrutiny exactly where it's needed, at low average cost.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· Agent defense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Defenses assumed the threat was in the user's prompt only.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are protected from instructions buried in the data they read.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 · Output + Ops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incoming prompt was filtered.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outgoing response is the last line of defense - even if the input slipped through.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 · Packaging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set of research notebooks.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installable, deployable, tested product - the full L0-L5 stack.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HONESTY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tradeoffs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stack is unbreakable - layering raises cost, not a guarantee.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guard is English-centric without translated training data.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PII/secret rules favor precision; Presidio/NER raise recall.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response scorer &lt; a full response classifier (e.g. Llama Guard).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fallbacks trade accuracy for 'always runs'.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mutates known attacks - coverage of catalogued evasions, not discovery.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independent layers, one clean API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65176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normalize -&gt; L1 fast -&gt; L2 guard -&gt; L3 agent -&gt; L4 output -&gt; L5 ops.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cascade keeps it cheap; offline fallbacks keep it reproducible.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aegis-guard: library + CLI + FastAPI + Docker + pytest.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Extend: native multilingual guard, hosted-guard adapters, AgentDojo/garak hooks.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github.com/g25ait2149/aegis · docs/Aegis_Paper.pdf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- Technical</dc:title>
  <dc:subject>PptxGenJS Presentation</dc:subject>
  <dc:creator>U E Sai Pavan Vamshi Krishna</dc:creator>
  <cp:lastModifiedBy>U E Sai Pavan Vamshi Krishna</cp:lastModifiedBy>
  <cp:revision>1</cp:revision>
  <dcterms:created xsi:type="dcterms:W3CDTF">2026-07-22T04:21:10Z</dcterms:created>
  <dcterms:modified xsi:type="dcterms:W3CDTF">2026-07-22T04:21:10Z</dcterms:modified>
</cp:coreProperties>
</file>